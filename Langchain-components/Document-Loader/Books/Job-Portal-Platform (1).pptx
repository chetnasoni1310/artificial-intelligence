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09092"/>
            <a:ext cx="775168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Technology Stack Overview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471499"/>
            <a:ext cx="13042821" cy="1256228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4039553"/>
            <a:ext cx="13042821" cy="1256228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607606"/>
            <a:ext cx="13042821" cy="12562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0799" y="534829"/>
            <a:ext cx="3890248" cy="486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Backend Foundation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80799" y="1409938"/>
            <a:ext cx="13268801" cy="311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backend is built on a solid Java ecosystem, providing high performance and security for all server-side operations and API services.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0799" y="1939885"/>
            <a:ext cx="6537127" cy="1788795"/>
          </a:xfrm>
          <a:prstGeom prst="roundRect">
            <a:avLst>
              <a:gd name="adj" fmla="val 6134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7939" y="1939885"/>
            <a:ext cx="91440" cy="1788795"/>
          </a:xfrm>
          <a:prstGeom prst="roundRect">
            <a:avLst>
              <a:gd name="adj" fmla="val 89344"/>
            </a:avLst>
          </a:prstGeom>
          <a:solidFill>
            <a:srgbClr val="4950BC"/>
          </a:solidFill>
          <a:ln/>
        </p:spPr>
      </p:sp>
      <p:sp>
        <p:nvSpPr>
          <p:cNvPr id="6" name="Text 4"/>
          <p:cNvSpPr/>
          <p:nvPr/>
        </p:nvSpPr>
        <p:spPr>
          <a:xfrm>
            <a:off x="966668" y="2157174"/>
            <a:ext cx="2431375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Java 21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66668" y="2577703"/>
            <a:ext cx="6033968" cy="933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Utilizes the latest Long-Term Support (LTS) version of Java for enhanced performance, stability, and access to modern language features.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412355" y="1939885"/>
            <a:ext cx="6537246" cy="1788795"/>
          </a:xfrm>
          <a:prstGeom prst="roundRect">
            <a:avLst>
              <a:gd name="adj" fmla="val 6134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89495" y="1939885"/>
            <a:ext cx="91440" cy="1788795"/>
          </a:xfrm>
          <a:prstGeom prst="roundRect">
            <a:avLst>
              <a:gd name="adj" fmla="val 89344"/>
            </a:avLst>
          </a:prstGeom>
          <a:solidFill>
            <a:srgbClr val="4950BC"/>
          </a:solidFill>
          <a:ln/>
        </p:spPr>
      </p:sp>
      <p:sp>
        <p:nvSpPr>
          <p:cNvPr id="10" name="Text 8"/>
          <p:cNvSpPr/>
          <p:nvPr/>
        </p:nvSpPr>
        <p:spPr>
          <a:xfrm>
            <a:off x="7698224" y="2157174"/>
            <a:ext cx="2431375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Spring Boot 3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698224" y="2577703"/>
            <a:ext cx="6034088" cy="933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Enables rapid application development with convention-over-configuration, embedding a server, and simplifying dependency management.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0799" y="3923109"/>
            <a:ext cx="6537127" cy="1788795"/>
          </a:xfrm>
          <a:prstGeom prst="roundRect">
            <a:avLst>
              <a:gd name="adj" fmla="val 6134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7939" y="3923109"/>
            <a:ext cx="91440" cy="1788795"/>
          </a:xfrm>
          <a:prstGeom prst="roundRect">
            <a:avLst>
              <a:gd name="adj" fmla="val 89344"/>
            </a:avLst>
          </a:prstGeom>
          <a:solidFill>
            <a:srgbClr val="4950BC"/>
          </a:solidFill>
          <a:ln/>
        </p:spPr>
      </p:sp>
      <p:sp>
        <p:nvSpPr>
          <p:cNvPr id="14" name="Text 12"/>
          <p:cNvSpPr/>
          <p:nvPr/>
        </p:nvSpPr>
        <p:spPr>
          <a:xfrm>
            <a:off x="966668" y="4140398"/>
            <a:ext cx="2431375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Spring MVC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66668" y="4560927"/>
            <a:ext cx="6033968" cy="933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Implements the Model-View-Controller architecture for well-structured web applications, separating concerns and promoting maintainability.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412355" y="3923109"/>
            <a:ext cx="6537246" cy="1788795"/>
          </a:xfrm>
          <a:prstGeom prst="roundRect">
            <a:avLst>
              <a:gd name="adj" fmla="val 6134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89495" y="3923109"/>
            <a:ext cx="91440" cy="1788795"/>
          </a:xfrm>
          <a:prstGeom prst="roundRect">
            <a:avLst>
              <a:gd name="adj" fmla="val 89344"/>
            </a:avLst>
          </a:prstGeom>
          <a:solidFill>
            <a:srgbClr val="4950BC"/>
          </a:solidFill>
          <a:ln/>
        </p:spPr>
      </p:sp>
      <p:sp>
        <p:nvSpPr>
          <p:cNvPr id="18" name="Text 16"/>
          <p:cNvSpPr/>
          <p:nvPr/>
        </p:nvSpPr>
        <p:spPr>
          <a:xfrm>
            <a:off x="7698224" y="4140398"/>
            <a:ext cx="2431375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 APIs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698224" y="4560927"/>
            <a:ext cx="6034088" cy="933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a standardized, stateless communication protocol for seamless interaction between the frontend and backend services.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80799" y="5906333"/>
            <a:ext cx="6537127" cy="1788795"/>
          </a:xfrm>
          <a:prstGeom prst="roundRect">
            <a:avLst>
              <a:gd name="adj" fmla="val 6134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7939" y="5906333"/>
            <a:ext cx="91440" cy="1788795"/>
          </a:xfrm>
          <a:prstGeom prst="roundRect">
            <a:avLst>
              <a:gd name="adj" fmla="val 89344"/>
            </a:avLst>
          </a:prstGeom>
          <a:solidFill>
            <a:srgbClr val="4950BC"/>
          </a:solidFill>
          <a:ln/>
        </p:spPr>
      </p:sp>
      <p:sp>
        <p:nvSpPr>
          <p:cNvPr id="22" name="Text 20"/>
          <p:cNvSpPr/>
          <p:nvPr/>
        </p:nvSpPr>
        <p:spPr>
          <a:xfrm>
            <a:off x="966668" y="6123623"/>
            <a:ext cx="2431375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JPA &amp; Hibernate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966668" y="6544151"/>
            <a:ext cx="6033968" cy="933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Utilizes Java Persistence API (JPA) with Hibernate as the Object-Relational Mapping (ORM) tool for efficient and robust database interactions.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412355" y="5906333"/>
            <a:ext cx="6537246" cy="1788795"/>
          </a:xfrm>
          <a:prstGeom prst="roundRect">
            <a:avLst>
              <a:gd name="adj" fmla="val 6134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89495" y="5906333"/>
            <a:ext cx="91440" cy="1788795"/>
          </a:xfrm>
          <a:prstGeom prst="roundRect">
            <a:avLst>
              <a:gd name="adj" fmla="val 89344"/>
            </a:avLst>
          </a:prstGeom>
          <a:solidFill>
            <a:srgbClr val="4950BC"/>
          </a:solidFill>
          <a:ln/>
        </p:spPr>
      </p:sp>
      <p:sp>
        <p:nvSpPr>
          <p:cNvPr id="26" name="Text 24"/>
          <p:cNvSpPr/>
          <p:nvPr/>
        </p:nvSpPr>
        <p:spPr>
          <a:xfrm>
            <a:off x="7698224" y="6123623"/>
            <a:ext cx="2431375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Spring Security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7698224" y="6544151"/>
            <a:ext cx="6034088" cy="933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Implements comprehensive authentication and authorization mechanisms, including role-based access control, to secure application endpoints.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67163"/>
            <a:ext cx="5666065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Frontend &amp; User Interface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3087767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user interface is designed for responsiveness and ease of use, ensuring a smooth experience for both job seekers and recruiters.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4068723"/>
            <a:ext cx="6407944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310" y="4068723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6" name="Text 4"/>
          <p:cNvSpPr/>
          <p:nvPr/>
        </p:nvSpPr>
        <p:spPr>
          <a:xfrm>
            <a:off x="1142524" y="43260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Thymeleaf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2524" y="4816435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modern server-side Java template engine used to generate dynamic HTML, integrating seamlessly with Spring applications.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4068723"/>
            <a:ext cx="6408063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98067" y="4068723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10" name="Text 8"/>
          <p:cNvSpPr/>
          <p:nvPr/>
        </p:nvSpPr>
        <p:spPr>
          <a:xfrm>
            <a:off x="7777282" y="43260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Bootstrap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77282" y="4816435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powerful open-source CSS framework used to build responsive and mobile-first user interfaces quickly and consistently.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06899"/>
            <a:ext cx="687026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Database &amp; Development Tools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192750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Robust data storage and efficient development practices are cornerstones of the platform's reliability and continuous improvement.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908459"/>
            <a:ext cx="6407944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310" y="2908459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6" name="Text 4"/>
          <p:cNvSpPr/>
          <p:nvPr/>
        </p:nvSpPr>
        <p:spPr>
          <a:xfrm>
            <a:off x="1142524" y="31657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MySQL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2524" y="3656171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widely used open-source relational database management system, providing reliable and scalable persistent storage for all application data.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2908459"/>
            <a:ext cx="6408063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98067" y="2908459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10" name="Text 8"/>
          <p:cNvSpPr/>
          <p:nvPr/>
        </p:nvSpPr>
        <p:spPr>
          <a:xfrm>
            <a:off x="7777282" y="31657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Maven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77282" y="3656171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powerful build automation tool used for project management and dependency resolution, streamlining the build process.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228987"/>
            <a:ext cx="6407944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3310" y="5228987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14" name="Text 12"/>
          <p:cNvSpPr/>
          <p:nvPr/>
        </p:nvSpPr>
        <p:spPr>
          <a:xfrm>
            <a:off x="1142524" y="54862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IntelliJ IDEA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42524" y="5976699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leading integrated development environment (IDE) that enhances developer productivity with intelligent coding assistance and tools.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5228987"/>
            <a:ext cx="6408063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98067" y="5228987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18" name="Text 16"/>
          <p:cNvSpPr/>
          <p:nvPr/>
        </p:nvSpPr>
        <p:spPr>
          <a:xfrm>
            <a:off x="7777282" y="54862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Git/GitHub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777282" y="5976699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Utilizes Git for distributed version control and GitHub for collaborative code hosting, ensuring efficient teamwork and code management.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2025-09-11T09:43:28Z</dcterms:created>
  <dcterms:modified xsi:type="dcterms:W3CDTF">2025-09-11T09:43:28Z</dcterms:modified>
</cp:coreProperties>
</file>